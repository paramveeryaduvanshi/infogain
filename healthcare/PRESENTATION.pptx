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Healthcare AI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Clinical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🔒 Privacy-First: All processing done locally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🤖 AI-Powered: LLM-driven clinical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📊 Data-Driven: Multi-source health data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⚡ Real-Time: Instant clinical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 Django-based healthcare platform using local LLMs for intelligent patient data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User Interface Layer: Web-based chat frontend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Backend Engine: Django with REST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AI Core: LLM-driven SQL generation (Ollama)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Layer: SQLite database with multiple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Quality Assurance: RAGAS-based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Deployment: Containerizable, scalable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Frontend: HTML5, CSS, 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Backend: Django 5.2.12, Python 3.11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Database: SQLite3 (local)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LLM: Ollama with llama3.2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AI Libraries: LangChain, LangGraph, RAGAS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Processing: Pandas,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Ingestion: Excel → SQLite with null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Query Agent: Natural language → SQL conversion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Health Analysis: Patient data → Clinical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Frontend: Interactive web chat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Evaluation: RAGAS metrics for quality assurance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Prompt Engine: Role-based structured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Load Excel files (Health Dataset 1 &amp;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Clean &amp; validate data (null values → 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Store in SQLite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LLM generates SQL from natural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Query execution &amp; data retrieval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6. Format output as {PatientX: {attributes}}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Intelligent Query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User Query: 'What is patient 1's health status?'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Schema Discovery: Identify available tables/columns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LLM Translation: Convert to SQL using Ollama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Query Execution: Run SQL on local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Transformation: Nested dict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Clinical Analysis: Generate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Natural Language Queries → SQL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Patient Data Retrieval in structured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Clinical Analysis &amp;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Local LLM Inference (no cloud dependency)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Quality Metrics via RAGAS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Null Value Handling (automatic fillna)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Patient Health Queries: Real-time status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Symptom Analysis: Diagnosis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Clinical Decision Support: Personalized plans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Quality Assurance: Response accuracy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Epidemiological Studies: Population health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Training &amp; Research: Clinical decision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100% Local Processing - No cloud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Complete Data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HIPAA-Compliant Infrastructure 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No Third-Party Data 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SQLite Database Stored Locally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Offline Capability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Query Response Time: &lt;5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Data Processing: &lt;1 second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Throughput: Multi-query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Latency: Sub-second (local)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Accuracy: RAGAS-measured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Scalability: Supports concurrent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Local-First: No vendor lock-in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Cost-Effective: One-time setup vs per-API pricing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Low Latency: Network-independent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Full Customization: Complete source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Privacy: Patient data never leaves facility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Scalable: From single-user to enterprise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Core LLM-SQL agent (Complete)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Patient data querying (Complete)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Clinical recommendation engine (Complete)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RAGAS evaluation framework (Complete)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Web interface (Complete)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Data ingestion pipeline (Complete)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1 (Current): Core features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2 (Planned): Multi-turn conversations, advanced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Phase 3 (Planned): Federated learning, mobile app, EHR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Enhanced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Historical tracking • Medication interaction checking • Predictive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healthcare/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chatagent.py - SQL generation &amp;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views.py -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prompt.py - LLM instruction templates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evaluationRagas.py - Quality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└── chatbot.html - Web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1. Activate virtual environment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2. Install dependencies (Django, LangChain, Ollama)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3. Run: python healthcare/ingestdata.py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4. Run: python manage.py runserver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5. Access: http://localhost:8000/chatbot/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Technical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LLM-Driven SQL: Dynamic query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Nested Data Format: {PatientX: {attributes}}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Structured Prompting: Hallucination prevention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Local-First AI: Privacy +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Schema Discovery: Auto-adapting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Quality Metrics: RAGAS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User testing with clinical staff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Expand patient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Multi-turn conversation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Advanced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EHR system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Production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Healthcare AI Chatbot Platform</a:t>
            </a:r>
          </a:p>
          <a:p>
            <a:r>
              <a:t>Privacy-First Clinical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